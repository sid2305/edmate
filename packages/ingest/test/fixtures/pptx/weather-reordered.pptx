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3"/>
    <p:sldId id="257" r:id="rId11"/>
    <p:sldId id="258" r:id="rId1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slide" Target="slides/slide3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Clouds</a:t>
            </a:r>
          </a:p>
        </p:txBody>
      </p:sp>
      <p:sp>
        <p:txBody>
          <a:bodyPr/>
          <a:p>
            <a:r>
              <a:t>Clouds are made of tiny water droplets.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Rain</a:t>
            </a:r>
          </a:p>
        </p:txBody>
      </p:sp>
      <p:sp>
        <p:txBody>
          <a:bodyPr/>
          <a:p>
            <a:r>
              <a:t>Rain falls when droplets grow heavy.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Weather words</a:t>
            </a:r>
          </a:p>
        </p:txBody>
      </p:sp>
      <p:sp>
        <p:txBody>
          <a:bodyPr/>
          <a:p>
            <a:r>
              <a:t>Today we learn three weather words.</a:t>
            </a:r>
          </a:p>
        </p:txBody>
      </p:sp>
    </p:spTree>
  </p:cSld>
</p:sld>
</file>