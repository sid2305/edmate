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1"/>
    <p:sldId id="257" r:id="rId12"/>
    <p:sldId id="258" r:id="rId1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Habitats</a:t>
            </a:r>
          </a:p>
        </p:txBody>
      </p:sp>
      <p:sp>
        <p:txBody>
          <a:bodyPr/>
          <a:p>
            <a:r>
              <a:t>A habitat is the home of a plant or animal.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Deserts</a:t>
            </a:r>
          </a:p>
        </p:txBody>
      </p:sp>
      <p:sp>
        <p:txBody>
          <a:bodyPr/>
          <a:p>
            <a:r>
              <a:t>Deserts get very little rain.</a:t>
            </a:r>
          </a:p>
          <a:p>
            <a:r>
              <a:t>Camels store fat in their humps.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Oceans</a:t>
            </a:r>
          </a:p>
        </p:txBody>
      </p:sp>
      <p:sp>
        <p:txBody>
          <a:bodyPr/>
          <a:p>
            <a:r>
              <a:t>Oceans cover most of the Earth.</a:t>
            </a:r>
          </a:p>
        </p:txBody>
      </p:sp>
    </p:spTree>
  </p:cSld>
</p:sld>
</file>