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1"/>
    <p:sldId id="257" r:id="rId12"/>
    <p:sldId id="258" r:id="rId1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Shapes</a:t>
            </a:r>
          </a:p>
        </p:txBody>
      </p:sp>
      <p:sp>
        <p:txBody>
          <a:bodyPr/>
          <a:p>
            <a:r>
              <a:t>A triangle has three sides.</a:t>
            </a:r>
            <a:br/>
            <a:r>
              <a:t>A square has four.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/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txBody>
          <a:bodyPr/>
          <a:p>
            <a:r>
              <a:t>Circles</a:t>
            </a:r>
          </a:p>
        </p:txBody>
      </p:sp>
      <p:sp>
        <p:txBody>
          <a:bodyPr/>
          <a:p>
            <a:r>
              <a:t>A circle has </a:t>
            </a:r>
            <a:r>
              <a:t>no corners</a:t>
            </a:r>
            <a:r>
              <a:t>.</a:t>
            </a:r>
          </a:p>
        </p:txBody>
      </p:sp>
    </p:spTree>
  </p:cSld>
</p:sld>
</file>